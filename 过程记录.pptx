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00" y="91440"/>
            <a:ext cx="4368800" cy="25584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2649855"/>
            <a:ext cx="4349115" cy="25476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"/>
            <a:ext cx="4366895" cy="25577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649855"/>
            <a:ext cx="4366895" cy="255714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08955" cy="32848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84855"/>
            <a:ext cx="5608320" cy="32842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700270" cy="2752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2725"/>
            <a:ext cx="4700905" cy="27533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270" y="0"/>
            <a:ext cx="4737735" cy="2774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270" y="2752725"/>
            <a:ext cx="4737100" cy="27736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4815" y="3776980"/>
            <a:ext cx="2490470" cy="14585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145" y="1219835"/>
            <a:ext cx="4022090" cy="235585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郝子越</cp:lastModifiedBy>
  <cp:revision>155</cp:revision>
  <dcterms:created xsi:type="dcterms:W3CDTF">2019-06-19T02:08:00Z</dcterms:created>
  <dcterms:modified xsi:type="dcterms:W3CDTF">2025-06-11T03:32:20Z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C28F0757F293411898E61C57B7814A22_11</vt:lpwstr>
  </property>
</Properties>
</file>